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504000" y="301320"/>
            <a:ext cx="906948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Arial"/>
                <a:ea typeface="DejaVu Sans"/>
              </a:rPr>
              <a:t>Resource Management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504000" y="1440000"/>
            <a:ext cx="9069480" cy="568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CustomShape 3"/>
          <p:cNvSpPr/>
          <p:nvPr/>
        </p:nvSpPr>
        <p:spPr>
          <a:xfrm>
            <a:off x="504000" y="1224000"/>
            <a:ext cx="9069480" cy="5973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Each process has to a set of resource limits that can be used to restrict the amounts of various system resources that the process may consume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32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</a:t>
            </a:r>
            <a:r>
              <a:rPr b="0" lang="en-IN" sz="3200" spc="-1" strike="noStrike">
                <a:solidFill>
                  <a:srgbClr val="21409a"/>
                </a:solidFill>
                <a:latin typeface="Arial"/>
                <a:ea typeface="DejaVu Sans"/>
              </a:rPr>
              <a:t> </a:t>
            </a:r>
            <a:r>
              <a:rPr b="0" lang="en-IN" sz="3200" spc="-1" strike="noStrike">
                <a:solidFill>
                  <a:srgbClr val="21409a"/>
                </a:solidFill>
                <a:latin typeface="Arial"/>
                <a:ea typeface="DejaVu Sans"/>
              </a:rPr>
              <a:t>Resource Limits</a:t>
            </a:r>
            <a:endParaRPr b="0" lang="en-IN" sz="32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32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32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32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32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 u="sng">
                <a:solidFill>
                  <a:srgbClr val="21409a"/>
                </a:solidFill>
                <a:uFillTx/>
                <a:latin typeface="Arial"/>
                <a:ea typeface="DejaVu Sans"/>
              </a:rPr>
              <a:t>SOFT LIMIT</a:t>
            </a:r>
            <a:r>
              <a:rPr b="0" lang="en-IN" sz="2400" spc="-1" strike="noStrike">
                <a:solidFill>
                  <a:srgbClr val="21409a"/>
                </a:solidFill>
                <a:latin typeface="Arial"/>
                <a:ea typeface="DejaVu Sans"/>
              </a:rPr>
              <a:t>:</a:t>
            </a:r>
            <a:endParaRPr b="0" lang="en-IN" sz="24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800000"/>
                </a:solidFill>
                <a:latin typeface="Arial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limit provoided by the os. Softlimit value can be changed up to hardlimit.</a:t>
            </a:r>
            <a:endParaRPr b="0" lang="en-IN" sz="24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 u="sng">
                <a:solidFill>
                  <a:srgbClr val="21409a"/>
                </a:solidFill>
                <a:uFillTx/>
                <a:latin typeface="Arial"/>
                <a:ea typeface="DejaVu Sans"/>
              </a:rPr>
              <a:t>HARD LIMIT</a:t>
            </a:r>
            <a:r>
              <a:rPr b="0" lang="en-IN" sz="2400" spc="-1" strike="noStrike">
                <a:solidFill>
                  <a:srgbClr val="21409a"/>
                </a:solidFill>
                <a:latin typeface="Arial"/>
                <a:ea typeface="DejaVu Sans"/>
              </a:rPr>
              <a:t>:</a:t>
            </a:r>
            <a:endParaRPr b="0" lang="en-IN" sz="24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8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maximum point of the softlimit.</a:t>
            </a:r>
            <a:endParaRPr b="0" lang="en-IN" sz="24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getrlimit and setrlimit system calls allow a process to fetch and modify its resource limits.</a:t>
            </a:r>
            <a:endParaRPr b="0" lang="en-IN" sz="2400" spc="-1" strike="noStrike">
              <a:latin typeface="Arial"/>
            </a:endParaRPr>
          </a:p>
          <a:p>
            <a:pPr marL="216000" indent="-214200">
              <a:lnSpc>
                <a:spcPct val="100000"/>
              </a:lnSpc>
              <a:spcBef>
                <a:spcPts val="283"/>
              </a:spcBef>
            </a:pPr>
            <a:endParaRPr b="0" lang="en-IN" sz="2400" spc="-1" strike="noStrike">
              <a:latin typeface="Arial"/>
            </a:endParaRPr>
          </a:p>
        </p:txBody>
      </p:sp>
      <p:sp>
        <p:nvSpPr>
          <p:cNvPr id="79" name="Line 4"/>
          <p:cNvSpPr/>
          <p:nvPr/>
        </p:nvSpPr>
        <p:spPr>
          <a:xfrm flipH="1">
            <a:off x="3528000" y="2880000"/>
            <a:ext cx="792000" cy="86400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Line 5"/>
          <p:cNvSpPr/>
          <p:nvPr/>
        </p:nvSpPr>
        <p:spPr>
          <a:xfrm>
            <a:off x="4320000" y="2880000"/>
            <a:ext cx="828720" cy="82872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81" name="Table 6"/>
          <p:cNvGraphicFramePr/>
          <p:nvPr/>
        </p:nvGraphicFramePr>
        <p:xfrm>
          <a:off x="2586240" y="3806280"/>
          <a:ext cx="1483200" cy="347400"/>
        </p:xfrm>
        <a:graphic>
          <a:graphicData uri="http://schemas.openxmlformats.org/drawingml/2006/table">
            <a:tbl>
              <a:tblPr/>
              <a:tblGrid>
                <a:gridCol w="1483560"/>
              </a:tblGrid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SOFT LIMIT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7"/>
          <p:cNvGraphicFramePr/>
          <p:nvPr/>
        </p:nvGraphicFramePr>
        <p:xfrm>
          <a:off x="4532400" y="3773520"/>
          <a:ext cx="1483200" cy="347400"/>
        </p:xfrm>
        <a:graphic>
          <a:graphicData uri="http://schemas.openxmlformats.org/drawingml/2006/table">
            <a:tbl>
              <a:tblPr/>
              <a:tblGrid>
                <a:gridCol w="1483560"/>
              </a:tblGrid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HARD LIMIT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504000" y="720"/>
            <a:ext cx="9069480" cy="64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setrlimit - getrlimit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72000" y="648000"/>
            <a:ext cx="9934560" cy="69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</a:pPr>
            <a:r>
              <a:rPr b="0" lang="en-IN" sz="2600" spc="-1" strike="noStrike" u="sng">
                <a:solidFill>
                  <a:srgbClr val="a3238e"/>
                </a:solidFill>
                <a:uFillTx/>
                <a:latin typeface="Arial"/>
                <a:ea typeface="DejaVu Sans"/>
              </a:rPr>
              <a:t>SYNOPSIS: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3200" spc="-1" strike="noStrike">
                <a:solidFill>
                  <a:srgbClr val="800000"/>
                </a:solidFill>
                <a:latin typeface="Arial"/>
                <a:ea typeface="DejaVu Sans"/>
              </a:rPr>
              <a:t>    </a:t>
            </a:r>
            <a:r>
              <a:rPr b="0" lang="en-IN" sz="2200" spc="-1" strike="noStrike">
                <a:solidFill>
                  <a:srgbClr val="800000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 &lt;sys/time.h&gt;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 &lt;sys/resource.h&gt;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getrlimit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int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resource, 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struct rlimit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*rlim);      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setrlimit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int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resource, 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const struct rlimit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*rlim);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Both returns 0 on success or -1 on error.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getrlimit()</a:t>
            </a:r>
            <a:r>
              <a:rPr b="0" lang="en-IN" sz="2200" spc="-1" strike="noStrike">
                <a:solidFill>
                  <a:srgbClr val="5c2d9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is used to get the resource information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setrlimit()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is used to set the limits to resource based on our needs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struct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rlimit {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rlim_t rlim_cur;  /* Soft limit */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rlim_t rlim_max;  /* Hard limit (ceiling for rlim_cur) */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</a:t>
            </a: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};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 soft  limit  is  the value that the kernel enforces for the corresponding resource.  The hard limit acts  as  a  ceiling  for  the  softlimit:  an  unprivileged process may set only its soft limit to a value in the range from 0 up to the hard limit, and (irreversibly) lower  its hard   limit.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</a:pPr>
            <a:endParaRPr b="0" lang="en-IN" sz="22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174240" y="632160"/>
            <a:ext cx="9791280" cy="692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 maximum size of the process stack, in bytes.  Upon reaching  this limit, a </a:t>
            </a:r>
            <a:r>
              <a:rPr b="0" lang="en-IN" sz="24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SIGSEGV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signal is generated.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#include&lt;stdio.h&gt;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#include&lt;sys/resource.h&gt;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main()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21409a"/>
                </a:solidFill>
                <a:latin typeface="Times New Roman"/>
                <a:ea typeface="DejaVu Sans"/>
              </a:rPr>
              <a:t>struct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rlimit v;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getrlimit(RLIMIT_STACK,&amp;v);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printf(“soft=%lu\n”,v.rlim_cur);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printf(“hard=%lu\n”,v.rlim_max);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v.rlim_cur = 100000;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setrlimit(RLIMIT_STACK,&amp;v);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getrlimit(RLIMIT_STACK,&amp;v);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printf(“soft=%lu\n”,v.rlim_cur);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changed Limits will be affected only in that process not in other process all.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517320" y="-15120"/>
            <a:ext cx="9069480" cy="64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RLIMIT_STACK</a:t>
            </a:r>
            <a:endParaRPr b="0" lang="en-IN" sz="44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216000" y="720000"/>
            <a:ext cx="6262560" cy="682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#include&lt;stdio.h&gt;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#include&lt;stdlib.h&gt;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#include&lt;sys/resource.h&gt;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main()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struct rlimit v;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getrlimit(RLIMIT_STACK,&amp;v);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printf("soft = %lu\n", v.rlim_cur);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printf("hard = %lu\n", v.rlim_max);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v.rlim_cur = 100000; //soft limit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setrlimit(RLIMIT_STACK,&amp;v);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getrlimit(RLIMIT_STACK,&amp;v);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printf("soft = %lu\n", v.rlim_cur);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system("./fact");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517320" y="-4680"/>
            <a:ext cx="9069480" cy="64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RLIMIT_STACK</a:t>
            </a:r>
            <a:endParaRPr b="0" lang="en-IN" sz="44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45000"/>
            <a:ext cx="9213840" cy="722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#include&lt;stdio.h&gt;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fact(int,int);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main()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n;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printf("Enter the n value\n");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scanf("%d",&amp;n);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f = fact(n,1);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printf("factorial f = %d\n",f);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fact(int num,int f)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if(num != 0)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 = f*num--;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fact(num,f);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else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f;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251280" y="1620360"/>
            <a:ext cx="9789840" cy="596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main()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struct rlimit v;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getrlimit(RLIMIT_FSIZE,&amp;v);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printf("soft = %lu\n",v.rlim_cur);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printf("hard = %lu\n",v.rlim_max);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v.rlim_cur=10;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setrlimit(RLIMIT_FSIZE,&amp;v);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getrlimit(RLIMIT_FSIZE,&amp;v);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printf("soft = %lu\n",v.rlim_cur);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printf("hard = %lu\n",v.rlim_max);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FILE *fp;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char a[]="ABCDEFGHIJKLMNOPQRSTUVWXYZ";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fp=fopen("temp","w");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fprintf(fp,"%s",a);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67320" y="79560"/>
            <a:ext cx="10012320" cy="164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3200" spc="-1" strike="noStrike" u="sng">
                <a:solidFill>
                  <a:srgbClr val="a3238e"/>
                </a:solidFill>
                <a:uFillTx/>
                <a:latin typeface="Times New Roman"/>
                <a:ea typeface="DejaVu Sans"/>
              </a:rPr>
              <a:t>RLIMIT_FSIZE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 maximum size of files that the process may create.  Attempts to extend a file beyond this limit result in delivery of a </a:t>
            </a:r>
            <a:r>
              <a:rPr b="0" lang="en-IN" sz="26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SIGXFSZ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signal.  By default, this signal terminates a process. </a:t>
            </a: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6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505080" y="0"/>
            <a:ext cx="9069480" cy="70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Arial"/>
                <a:ea typeface="DejaVu Sans"/>
              </a:rPr>
              <a:t>time()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144000" y="705960"/>
            <a:ext cx="9790560" cy="685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</a:pPr>
            <a:r>
              <a:rPr b="0" lang="en-IN" sz="2400" spc="-1" strike="noStrike" u="sng">
                <a:solidFill>
                  <a:srgbClr val="a3238e"/>
                </a:solidFill>
                <a:uFillTx/>
                <a:latin typeface="Times New Roman"/>
                <a:ea typeface="DejaVu Sans"/>
              </a:rPr>
              <a:t>SYNOPSIS: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 &lt;time.h&gt;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time_t time(time_t *tloc);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 u="sng">
                <a:solidFill>
                  <a:srgbClr val="a3238e"/>
                </a:solidFill>
                <a:uFillTx/>
                <a:latin typeface="Times New Roman"/>
                <a:ea typeface="DejaVu Sans"/>
              </a:rPr>
              <a:t>DESCRIPTION</a:t>
            </a:r>
            <a:r>
              <a:rPr b="0" lang="en-IN" sz="24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: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time()  returns  the  time  as  the  number of seconds since the Epoch,1970-01-01 00:00:00 +0000 (UTC).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 u="sng">
                <a:solidFill>
                  <a:srgbClr val="a3238e"/>
                </a:solidFill>
                <a:uFillTx/>
                <a:latin typeface="Times New Roman"/>
                <a:ea typeface="DejaVu Sans"/>
              </a:rPr>
              <a:t>Ex</a:t>
            </a:r>
            <a:r>
              <a:rPr b="0" lang="en-IN" sz="24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: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#include&lt;stdio.h&gt;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#include&lt;time.h&gt;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main()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 lvl="1" marL="432000" indent="-2145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time_t 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while(1)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time(&amp;t);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printf(“%u\n”,t);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printf(“%s\n”,ctime(&amp;t));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sleep(1);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system(“clear”);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73440" y="432000"/>
            <a:ext cx="9573840" cy="7053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</a:pPr>
            <a:r>
              <a:rPr b="0" lang="en-IN" sz="2600" spc="-1" strike="noStrike">
                <a:solidFill>
                  <a:srgbClr val="a3238e"/>
                </a:solidFill>
                <a:latin typeface="Arial"/>
                <a:ea typeface="DejaVu Sans"/>
              </a:rPr>
              <a:t>RLIMIT_CPU: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</a:t>
            </a: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cpu time limit in seconds, when the process reaches the softlimit value , then it sends a </a:t>
            </a:r>
            <a:r>
              <a:rPr b="0" lang="en-IN" sz="2600" spc="-1" strike="noStrike">
                <a:solidFill>
                  <a:srgbClr val="21409a"/>
                </a:solidFill>
                <a:latin typeface="Arial"/>
                <a:ea typeface="DejaVu Sans"/>
              </a:rPr>
              <a:t>SIGXCPU</a:t>
            </a: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 signal. The default action for this signal is to terminate the process.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#include&lt;sys/resource.h&gt;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struct rlimit v;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getrlimit(RLIMIT_CPU,&amp;v);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printf(“soft=%lu\n”, v.rlim_cur);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printf(“hard=%lu\n”,v.rlim_max);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v.rlim_cur=10;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setrlimit(RLIMIT_CPU,&amp;v);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getrlimit(RLIMIT_CPU,&amp;v);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printf(“soft=%lu\n”,v.rlim_cur);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printf(“Infinite process...\n”);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while(1);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}        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432000" y="-70560"/>
            <a:ext cx="9069480" cy="64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RLIMIT_CPU</a:t>
            </a:r>
            <a:endParaRPr b="0" lang="en-IN" sz="44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577080" y="23400"/>
            <a:ext cx="906948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Arial"/>
                <a:ea typeface="DejaVu Sans"/>
              </a:rPr>
              <a:t>RLIMIT_CORE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144000" y="1080000"/>
            <a:ext cx="9790920" cy="525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</a:pPr>
            <a:r>
              <a:rPr b="0" lang="en-IN" sz="2600" spc="-1" strike="noStrike">
                <a:solidFill>
                  <a:srgbClr val="a3238e"/>
                </a:solidFill>
                <a:latin typeface="Times New Roman"/>
                <a:ea typeface="DejaVu Sans"/>
              </a:rPr>
              <a:t>RLIMIT_CORE :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Maximum size of a core file (see core(5)).  When 0 no core  dump files  are created.  When nonzero, larger dumps are truncated to this size.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core - core dump file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200" spc="-1" strike="noStrike" u="sng">
                <a:solidFill>
                  <a:srgbClr val="a3238e"/>
                </a:solidFill>
                <a:uFillTx/>
                <a:latin typeface="Times New Roman"/>
                <a:ea typeface="DejaVu Sans"/>
              </a:rPr>
              <a:t>DESCRIPTION:</a:t>
            </a:r>
            <a:endParaRPr b="0" lang="en-IN" sz="2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 default  action of certain signals is to cause a process to terminate and produce a core dump file, a disk file containing an image of the process's memory at the time of termination.</a:t>
            </a:r>
            <a:endParaRPr b="0" lang="en-IN" sz="24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283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This image can be used in a debugger (e.g., gdb(1)) to inspect the state of  the  program at the time that it terminated.  A list of the signals which cause a process to dump core can be found in  man page 7 signal.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144000" y="720000"/>
            <a:ext cx="9790920" cy="655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#include&lt;stdio.h&gt;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#include&lt;stdlib.h&gt;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#include&lt;sys/resource.h&gt;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main()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struct rlimit v;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getrlimit(RLIMIT_CORE,&amp;v);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printf("soft = %u\n",(unsigned)v.rlim_cur);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printf("hard = %u\n",(unsigned)v.rlim_max);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v.rlim_cur = 1000; //soft limit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setrlimit(RLIMIT_CORE,&amp;v);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getrlimit(RLIMIT_CORE,&amp;v);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printf("soft = %u\n",(unsigned)v.rlim_cur);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576000" y="23760"/>
            <a:ext cx="906948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a3238e"/>
                </a:solidFill>
                <a:latin typeface="Arial"/>
                <a:ea typeface="DejaVu Sans"/>
              </a:rPr>
              <a:t>RLIMIT_CORE</a:t>
            </a:r>
            <a:endParaRPr b="0" lang="en-IN" sz="44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504000" y="301320"/>
            <a:ext cx="9069480" cy="84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marL="216000" indent="-213840" algn="ctr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4000" spc="-1" strike="noStrike">
                <a:solidFill>
                  <a:srgbClr val="a3238e"/>
                </a:solidFill>
                <a:latin typeface="Arial"/>
                <a:ea typeface="DejaVu Sans"/>
              </a:rPr>
              <a:t>Signals that will create core dump file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504000" y="1440000"/>
            <a:ext cx="9069480" cy="582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SIGSEGV - 11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SIGKILL    - 4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SIGABRT  - 6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SIGFPE    - 8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SIGQUIT  - 3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</a:pP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SIGBUS    -10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SIGSYS    -12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SIGTRAP  -5</a:t>
            </a:r>
            <a:endParaRPr b="0" lang="en-IN" sz="26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SIGXFSZ -25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2" name="Line 3"/>
          <p:cNvSpPr/>
          <p:nvPr/>
        </p:nvSpPr>
        <p:spPr>
          <a:xfrm>
            <a:off x="3096000" y="1656000"/>
            <a:ext cx="648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Line 4"/>
          <p:cNvSpPr/>
          <p:nvPr/>
        </p:nvSpPr>
        <p:spPr>
          <a:xfrm flipV="1">
            <a:off x="3744000" y="1656360"/>
            <a:ext cx="360" cy="18716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Line 5"/>
          <p:cNvSpPr/>
          <p:nvPr/>
        </p:nvSpPr>
        <p:spPr>
          <a:xfrm>
            <a:off x="2952000" y="3527640"/>
            <a:ext cx="79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05" name="Table 6"/>
          <p:cNvGraphicFramePr/>
          <p:nvPr/>
        </p:nvGraphicFramePr>
        <p:xfrm>
          <a:off x="4031640" y="2068200"/>
          <a:ext cx="3494160" cy="580320"/>
        </p:xfrm>
        <a:graphic>
          <a:graphicData uri="http://schemas.openxmlformats.org/drawingml/2006/table">
            <a:tbl>
              <a:tblPr/>
              <a:tblGrid>
                <a:gridCol w="3494520"/>
              </a:tblGrid>
              <a:tr h="58068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Signals that have the capbability to generate core-dumped files.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</a:tbl>
          </a:graphicData>
        </a:graphic>
      </p:graphicFrame>
      <p:sp>
        <p:nvSpPr>
          <p:cNvPr id="106" name="Line 7"/>
          <p:cNvSpPr/>
          <p:nvPr/>
        </p:nvSpPr>
        <p:spPr>
          <a:xfrm flipV="1">
            <a:off x="3744000" y="2448000"/>
            <a:ext cx="360000" cy="7200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2020-03-27T20:18:13Z</dcterms:created>
  <dc:creator/>
  <dc:description/>
  <dc:language>en-IN</dc:language>
  <cp:lastModifiedBy/>
  <dcterms:modified xsi:type="dcterms:W3CDTF">2025-12-12T11:32:23Z</dcterms:modified>
  <cp:revision>74</cp:revision>
  <dc:subject/>
  <dc:title/>
</cp:coreProperties>
</file>